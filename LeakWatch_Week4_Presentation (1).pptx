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14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LeakWatch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&amp;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Water-Leak Detection, Localization, and Response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389120"/>
            <a:ext cx="384048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in one picture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pic>
        <p:nvPicPr>
          <p:cNvPr id="5" name="Image 0" descr="/tmp/leakwatch_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1088136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models I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9436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90195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that answers: is there a leak?  (yes / no)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74720"/>
            <a:ext cx="59436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31927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7947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that answers: which area is the leak in?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3303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892040"/>
            <a:ext cx="59436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9204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3659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routing  (not a model)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212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shortest-path calculation: nearest crew + route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crew-dispatch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647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step of my project. After the model finds the leak's area, this step decides which repair crew to send and by what route. It is a plain calculation, NOT machine learning.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DO (build it)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84448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pipe network into a map of connections (junctions joined by pipes, each with a length). Mark a few junctions as repair-crew home bases. Then use a shortest-path tool (NetworkX) to measure the distance from each base to the leak.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62856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DO (the output)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06577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leak area from the model, find the CLOSEST crew, and print a clear instruction: "send this crew, follow this route, it is this many meters." So the leak can be reached and fixed faster.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24585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way to picture it: like a delivery app - once it knows WHERE the order is, it finds the NEAREST driver and the SHORTEST route.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sensor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pic>
        <p:nvPicPr>
          <p:cNvPr id="5" name="Image 0" descr="/tmp/two_senso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1088136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network I use (Net3)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pic>
        <p:nvPicPr>
          <p:cNvPr id="5" name="Image 0" descr="/tmp/network_layou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1088136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26280" y="1709928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network and create labeled sensor data with leaks I place.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157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15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64261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26280" y="2642616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sensor pressure and decide whether there is a leak.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6484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48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57530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localization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26280" y="3575304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which area of the network the leak is in.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982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8114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81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50799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routing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26280" y="450799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nearest repair crew and the shortest route.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309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4F4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51383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513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44068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526280" y="544068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leak, the route, and the accuracy in one clear view.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AM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progress so far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I have built and run in my notebook up to now: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4F4"/>
          </a:solidFill>
          <a:ln w="17780">
            <a:solidFill>
              <a:srgbClr val="2F8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04872"/>
            <a:ext cx="914400" cy="365760"/>
          </a:xfrm>
          <a:prstGeom prst="rect">
            <a:avLst/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22585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environment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225856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water network and the tools (WNTR, scikit-learn)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4F4"/>
          </a:solidFill>
          <a:ln w="17780">
            <a:solidFill>
              <a:srgbClr val="2F8F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64992"/>
            <a:ext cx="914400" cy="365760"/>
          </a:xfrm>
          <a:prstGeom prst="rect">
            <a:avLst/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32186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my own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321868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many leaks and built a labeled table (588 rows)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4F4"/>
          </a:solidFill>
          <a:ln w="17780">
            <a:solidFill>
              <a:srgbClr val="2F8F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25112"/>
            <a:ext cx="914400" cy="365760"/>
          </a:xfrm>
          <a:prstGeom prst="rect">
            <a:avLst/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41788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residual feature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417880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raw pressure into the drop-from-normal at each sensor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4F4"/>
          </a:solidFill>
          <a:ln w="17780">
            <a:solidFill>
              <a:srgbClr val="2F8F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85232"/>
            <a:ext cx="914400" cy="365760"/>
          </a:xfrm>
          <a:prstGeom prst="rect">
            <a:avLst/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51389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the detection model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513892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that learns leak vs no-leak from the data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measure the model's accuracy, then build the localization model (which area).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17280</TotalTime>
  <Words>482</Words>
  <Application>Microsoft Office PowerPoint</Application>
  <PresentationFormat>Custom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Ravali chowdary</cp:lastModifiedBy>
  <cp:revision>2</cp:revision>
  <dcterms:created xsi:type="dcterms:W3CDTF">2026-09-18T03:20:30Z</dcterms:created>
  <dcterms:modified xsi:type="dcterms:W3CDTF">2026-10-05T14:07:02Z</dcterms:modified>
</cp:coreProperties>
</file>